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6A529-9511-4860-8036-912BCDE54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1EA584-36E7-4BEE-8E67-35EA81A43C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6DC756-5B95-4A6B-BAC9-30AFEDF3F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8CF3A9-EDCA-479E-8988-67926A9AE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E3D004-EB4B-4F6A-B0B7-6BF75955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60539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5F9BE-913E-42E0-A877-C7B3C594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B316F2-5908-41A6-838D-7AC873521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0C709E-8862-477B-9A4F-2FF882B3F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B93CB5-EAB0-45FF-8B3E-573E4B8B3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6584C3-EAC3-4480-B2DE-457770EC5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2266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AAE06A-9D07-43FE-933E-1CB225F27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440C44-C570-4920-8FD8-2140EFE6C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ABD259-E855-4B96-9C36-98823A725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AA05E4-E75D-4EB5-AF5E-FFCB9633D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E96B43-F3E8-43CB-97AC-6621F8027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5192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91DDE3-FF34-4F38-8922-12C01A67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49CA05-9785-4266-8EE4-411746EC1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E01662C-794E-4FEB-87B1-54D94AEE9F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C8D79B-DBB8-484C-B9C1-001061B5F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B1AF94-7EB4-4653-8E74-DE9E1AEA1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19E1E2-4714-40DE-86E4-1348F4C2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67320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E3693-B619-4607-A017-F86A6DAF3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2D57F6-0C8C-4437-9C61-6684B5152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7B64D6F-1743-4E67-B7F0-469AAA154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505594D-6031-4625-A1AB-5281E5E21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68E59D0-BAC0-4270-86C3-245C89881C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A7B3457-583E-410B-A06B-C81D78D83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3DD6207-248D-4FA7-AAA4-C49C040F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581FB2A-9A60-4FFB-A0E5-7F770C53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90670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B8CED4-06CA-45AC-BABF-68E185CB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D3DB5F2-6455-45D1-9642-FE410CBCA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C16C422-BB7E-44C9-ABF2-364DA81B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2338FE-631A-44E7-874D-7E8DAA26A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5164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34B81C7-7406-42B0-A1DA-08FFDFF04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CD49CA-5379-4600-9F2D-56B353C4D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937791-9E43-4039-A75A-9671D1FA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6236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847615-1AAE-4ABE-A8C7-C7084FC8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00F16-E2C9-4B0C-9723-5E86ACE90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5FC3D9-6E80-4ABE-945A-A11AADCF3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91B2868-AB3D-49F7-A69E-79BA758C5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DD10E04-3DF5-4DB5-B9C3-7DD4A8CCB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9DD722C-E57B-4B50-9567-F0E27354C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85242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BC8D3-DB9C-413A-9A36-2F225740F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1405FAD-CF55-4F65-82B9-51FF1C0DD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B0F579-8921-4788-B1FC-7D94232BD5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FA3B84-3285-4E38-9676-03DB871E8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44C8AF-6C20-48F5-B712-25C2422E2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741823-F9B3-4E56-B183-B18A94ED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8435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89B98A-1D8F-4527-B337-5CA83F25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A69198A-3640-441B-880C-466E3A43D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72E488-21B5-4049-852D-1A426A788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529E13-A2C7-4787-9C3A-2768532F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CF9C87-B1D9-4865-B2CD-4BE57AFB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80643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488619-8067-494C-BAFA-788452F7D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4F4B41-4137-4A25-A810-1B27BEA7C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06070A9-A628-4B92-8C5D-579E6D9B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CE22F7-0671-4446-AE44-2E06A98C8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E899CB-F5E4-4BA0-9868-262B32F03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1576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7AE43B-BB8B-401A-9E4E-0D5A65FCE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E2BEE6D-98EE-48A3-A202-58AE26D1F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75F52D-C5BE-4565-9B8D-B4A5E9312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828257-E91D-49BF-9012-D6E9B7006A9B}" type="datetimeFigureOut">
              <a:rPr lang="es-PE" smtClean="0"/>
              <a:t>31/12/2025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6884F8-A396-4883-8854-9C2AA5A90D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CDE24-65F8-404E-986C-D33A3486C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16CE8-AC04-40D8-B5C5-9443BC3F9B2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041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F511155-8C14-401F-800B-029818001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1458913"/>
            <a:ext cx="9144000" cy="1655762"/>
          </a:xfrm>
        </p:spPr>
        <p:txBody>
          <a:bodyPr/>
          <a:lstStyle/>
          <a:p>
            <a:r>
              <a:rPr lang="en-US" dirty="0"/>
              <a:t>PS C:\Users\USUARIO\Desktop&gt;  </a:t>
            </a:r>
            <a:r>
              <a:rPr lang="en-US" dirty="0" err="1"/>
              <a:t>mkdir</a:t>
            </a:r>
            <a:r>
              <a:rPr lang="en-US" dirty="0"/>
              <a:t> "Hello git"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27685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2B9419A9-0E52-4DB6-9B95-DAB080E582FA}"/>
              </a:ext>
            </a:extLst>
          </p:cNvPr>
          <p:cNvSpPr txBox="1"/>
          <p:nvPr/>
        </p:nvSpPr>
        <p:spPr>
          <a:xfrm>
            <a:off x="1695450" y="3963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PS C:\Users\USUARIO\Desktop\Hello </a:t>
            </a:r>
            <a:r>
              <a:rPr lang="es-PE" dirty="0" err="1"/>
              <a:t>git</a:t>
            </a:r>
            <a:r>
              <a:rPr lang="es-PE" dirty="0"/>
              <a:t>&gt; </a:t>
            </a:r>
            <a:r>
              <a:rPr lang="es-PE" dirty="0" err="1"/>
              <a:t>code</a:t>
            </a:r>
            <a:r>
              <a:rPr lang="es-PE" dirty="0"/>
              <a:t> 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7A64A85-F838-41C8-8ECB-CDF5EC52A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4" y="1407565"/>
            <a:ext cx="9591675" cy="4533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16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95E8AE-F875-4AE2-9CB7-5049E888E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5975"/>
            <a:ext cx="10515600" cy="4351338"/>
          </a:xfrm>
        </p:spPr>
        <p:txBody>
          <a:bodyPr/>
          <a:lstStyle/>
          <a:p>
            <a:r>
              <a:rPr lang="es-ES" b="1" dirty="0"/>
              <a:t>Qué tiene que ver Git con PowerShell?</a:t>
            </a:r>
          </a:p>
          <a:p>
            <a:r>
              <a:rPr lang="es-ES" b="1" dirty="0"/>
              <a:t>Git no depende de PowerShell</a:t>
            </a:r>
            <a:r>
              <a:rPr lang="es-ES" dirty="0"/>
              <a:t>,</a:t>
            </a:r>
            <a:br>
              <a:rPr lang="es-ES" dirty="0"/>
            </a:br>
            <a:r>
              <a:rPr lang="es-ES" b="1" dirty="0"/>
              <a:t>pero PowerShell es una de las herramientas donde puedes usar Git</a:t>
            </a:r>
            <a:r>
              <a:rPr lang="es-ES" dirty="0"/>
              <a:t>.</a:t>
            </a:r>
          </a:p>
          <a:p>
            <a:r>
              <a:rPr lang="es-ES" dirty="0"/>
              <a:t>Git es un sistema de control de versiones.</a:t>
            </a:r>
            <a:br>
              <a:rPr lang="es-ES" dirty="0"/>
            </a:br>
            <a:r>
              <a:rPr lang="es-ES" dirty="0"/>
              <a:t>PowerShell es una consola donde puedes escribir comandos.</a:t>
            </a:r>
          </a:p>
          <a:p>
            <a:r>
              <a:rPr lang="es-ES" dirty="0"/>
              <a:t>Entonces:</a:t>
            </a:r>
          </a:p>
          <a:p>
            <a:r>
              <a:rPr lang="es-ES" dirty="0"/>
              <a:t>👉 </a:t>
            </a:r>
            <a:r>
              <a:rPr lang="es-ES" b="1" dirty="0"/>
              <a:t>Git necesita una terminal (CMD, PowerShell o Git </a:t>
            </a:r>
            <a:r>
              <a:rPr lang="es-ES" b="1" dirty="0" err="1"/>
              <a:t>Bash</a:t>
            </a:r>
            <a:r>
              <a:rPr lang="es-ES" b="1" dirty="0"/>
              <a:t>) para ejecutar sus comandos.</a:t>
            </a:r>
            <a:br>
              <a:rPr lang="es-ES" dirty="0"/>
            </a:br>
            <a:r>
              <a:rPr lang="es-ES" dirty="0"/>
              <a:t>Nada más.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78081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41692DE5-7265-4EC9-A588-5E855921D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286486"/>
              </p:ext>
            </p:extLst>
          </p:nvPr>
        </p:nvGraphicFramePr>
        <p:xfrm>
          <a:off x="1209675" y="136858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1637988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95584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765218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PE"/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PowerShell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06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Antigüedad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Viejo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Moderno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Capacidad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Limitada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Muy potente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661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Scripts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Sí (PowerShell Script)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16589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Automación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Básica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Avanzada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482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Soporte para comandos de CMD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Sí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Sí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6457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PE"/>
                        <a:t>Recomendado para desarrolladores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747979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6365742E-BBEB-442C-B67D-C216005AD7B4}"/>
              </a:ext>
            </a:extLst>
          </p:cNvPr>
          <p:cNvSpPr txBox="1"/>
          <p:nvPr/>
        </p:nvSpPr>
        <p:spPr>
          <a:xfrm>
            <a:off x="8201025" y="392890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Usa </a:t>
            </a:r>
            <a:r>
              <a:rPr lang="es-ES" b="1" dirty="0"/>
              <a:t>scripts</a:t>
            </a:r>
            <a:r>
              <a:rPr lang="es-ES" dirty="0"/>
              <a:t> mucho más avanzados.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2574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B57E071-E3F6-4B2B-97F2-2E5101282BF6}"/>
              </a:ext>
            </a:extLst>
          </p:cNvPr>
          <p:cNvSpPr txBox="1"/>
          <p:nvPr/>
        </p:nvSpPr>
        <p:spPr>
          <a:xfrm>
            <a:off x="1914525" y="2438400"/>
            <a:ext cx="90011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8000" dirty="0" err="1"/>
              <a:t>freñlgkjjnrevcmsrmf</a:t>
            </a:r>
            <a:endParaRPr lang="es-PE" sz="8000" dirty="0"/>
          </a:p>
        </p:txBody>
      </p:sp>
    </p:spTree>
    <p:extLst>
      <p:ext uri="{BB962C8B-B14F-4D97-AF65-F5344CB8AC3E}">
        <p14:creationId xmlns:p14="http://schemas.microsoft.com/office/powerpoint/2010/main" val="3315032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1113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137</Words>
  <Application>Microsoft Office PowerPoint</Application>
  <PresentationFormat>Panorámica</PresentationFormat>
  <Paragraphs>30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Gabriel Eduardo Anccana Montoya</dc:creator>
  <cp:lastModifiedBy>Gabriel Eduardo Anccana Montoya</cp:lastModifiedBy>
  <cp:revision>7</cp:revision>
  <dcterms:created xsi:type="dcterms:W3CDTF">2025-12-08T19:03:40Z</dcterms:created>
  <dcterms:modified xsi:type="dcterms:W3CDTF">2026-01-01T02:58:22Z</dcterms:modified>
</cp:coreProperties>
</file>