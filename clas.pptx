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2" r:id="rId6"/>
    <p:sldId id="260" r:id="rId7"/>
  </p:sldIdLst>
  <p:sldSz cx="12192000" cy="6858000"/>
  <p:notesSz cx="6858000" cy="9144000"/>
  <p:defaultTextStyle>
    <a:defPPr>
      <a:defRPr lang="es-P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80" d="100"/>
          <a:sy n="80" d="100"/>
        </p:scale>
        <p:origin x="754" y="5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806A529-9511-4860-8036-912BCDE54B3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PE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CD1EA584-36E7-4BEE-8E67-35EA81A43C4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  <a:endParaRPr lang="es-PE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826DC756-5B95-4A6B-BAC9-30AFEDF3F1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828257-E91D-49BF-9012-D6E9B7006A9B}" type="datetimeFigureOut">
              <a:rPr lang="es-PE" smtClean="0"/>
              <a:t>31/12/2025</a:t>
            </a:fld>
            <a:endParaRPr lang="es-PE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708CF3A9-EDCA-479E-8988-67926A9AEB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3CE3D004-EB4B-4F6A-B0B7-6BF7595551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D16CE8-AC04-40D8-B5C5-9443BC3F9B2C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356053987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1F5F9BE-913E-42E0-A877-C7B3C594E4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PE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C6B316F2-5908-41A6-838D-7AC87352170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810C709E-8862-477B-9A4F-2FF882B3FD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828257-E91D-49BF-9012-D6E9B7006A9B}" type="datetimeFigureOut">
              <a:rPr lang="es-PE" smtClean="0"/>
              <a:t>31/12/2025</a:t>
            </a:fld>
            <a:endParaRPr lang="es-PE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0DB93CB5-EAB0-45FF-8B3E-573E4B8B37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256584C3-EAC3-4480-B2DE-457770EC51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D16CE8-AC04-40D8-B5C5-9443BC3F9B2C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14922667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5AAE06A-9D07-43FE-933E-1CB225F27B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PE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16440C44-C570-4920-8FD8-2140EFE6C85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EDABD259-E855-4B96-9C36-98823A7256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828257-E91D-49BF-9012-D6E9B7006A9B}" type="datetimeFigureOut">
              <a:rPr lang="es-PE" smtClean="0"/>
              <a:t>31/12/2025</a:t>
            </a:fld>
            <a:endParaRPr lang="es-PE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38AA05E4-E75D-4EB5-AF5E-FFCB9633D0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B2E96B43-F3E8-43CB-97AC-6621F80278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D16CE8-AC04-40D8-B5C5-9443BC3F9B2C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375192003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791DDE3-FF34-4F38-8922-12C01A6737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PE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3F49CA05-9785-4266-8EE4-411746EC1A3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1E01662C-794E-4FEB-87B1-54D94AEE9FF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ABC8D79B-DBB8-484C-B9C1-001061B5F8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828257-E91D-49BF-9012-D6E9B7006A9B}" type="datetimeFigureOut">
              <a:rPr lang="es-PE" smtClean="0"/>
              <a:t>31/12/2025</a:t>
            </a:fld>
            <a:endParaRPr lang="es-PE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64B1AF94-7EB4-4653-8E74-DE9E1AEA18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1F19E1E2-4714-40DE-86E4-1348F4C274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D16CE8-AC04-40D8-B5C5-9443BC3F9B2C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416732042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36E3693-B619-4607-A017-F86A6DAF3E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s-PE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1F2D57F6-0C8C-4437-9C61-6684B5152A8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57B64D6F-1743-4E67-B7F0-469AAA154CF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6505594D-6031-4625-A1AB-5281E5E219B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Marcador de contenido 5">
            <a:extLst>
              <a:ext uri="{FF2B5EF4-FFF2-40B4-BE49-F238E27FC236}">
                <a16:creationId xmlns:a16="http://schemas.microsoft.com/office/drawing/2014/main" id="{A68E59D0-BAC0-4270-86C3-245C89881C6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7" name="Marcador de fecha 6">
            <a:extLst>
              <a:ext uri="{FF2B5EF4-FFF2-40B4-BE49-F238E27FC236}">
                <a16:creationId xmlns:a16="http://schemas.microsoft.com/office/drawing/2014/main" id="{4A7B3457-583E-410B-A06B-C81D78D83B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828257-E91D-49BF-9012-D6E9B7006A9B}" type="datetimeFigureOut">
              <a:rPr lang="es-PE" smtClean="0"/>
              <a:t>31/12/2025</a:t>
            </a:fld>
            <a:endParaRPr lang="es-PE"/>
          </a:p>
        </p:txBody>
      </p:sp>
      <p:sp>
        <p:nvSpPr>
          <p:cNvPr id="8" name="Marcador de pie de página 7">
            <a:extLst>
              <a:ext uri="{FF2B5EF4-FFF2-40B4-BE49-F238E27FC236}">
                <a16:creationId xmlns:a16="http://schemas.microsoft.com/office/drawing/2014/main" id="{F3DD6207-248D-4FA7-AAA4-C49C040F39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9" name="Marcador de número de diapositiva 8">
            <a:extLst>
              <a:ext uri="{FF2B5EF4-FFF2-40B4-BE49-F238E27FC236}">
                <a16:creationId xmlns:a16="http://schemas.microsoft.com/office/drawing/2014/main" id="{2581FB2A-9A60-4FFB-A0E5-7F770C5309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D16CE8-AC04-40D8-B5C5-9443BC3F9B2C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89067047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DB8CED4-06CA-45AC-BABF-68E185CB3F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PE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6D3DB5F2-6455-45D1-9642-FE410CBCAE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828257-E91D-49BF-9012-D6E9B7006A9B}" type="datetimeFigureOut">
              <a:rPr lang="es-PE" smtClean="0"/>
              <a:t>31/12/2025</a:t>
            </a:fld>
            <a:endParaRPr lang="es-PE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0C16C422-BB7E-44C9-ABF2-364DA81BAC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FC2338FE-631A-44E7-874D-7E8DAA26AC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D16CE8-AC04-40D8-B5C5-9443BC3F9B2C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41516461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>
            <a:extLst>
              <a:ext uri="{FF2B5EF4-FFF2-40B4-BE49-F238E27FC236}">
                <a16:creationId xmlns:a16="http://schemas.microsoft.com/office/drawing/2014/main" id="{334B81C7-7406-42B0-A1DA-08FFDFF045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828257-E91D-49BF-9012-D6E9B7006A9B}" type="datetimeFigureOut">
              <a:rPr lang="es-PE" smtClean="0"/>
              <a:t>31/12/2025</a:t>
            </a:fld>
            <a:endParaRPr lang="es-PE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45CD49CA-5379-4600-9F2D-56B353C4D1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42937791-9E43-4039-A75A-9671D1FA7E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D16CE8-AC04-40D8-B5C5-9443BC3F9B2C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201623650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4847615-1AAE-4ABE-A8C7-C7084FC8A9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PE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C3600F16-E2C9-4B0C-9723-5E86ACE9074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1D5FC3D9-6E80-4ABE-945A-A11AADCF312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391B2868-AB3D-49F7-A69E-79BA758C56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828257-E91D-49BF-9012-D6E9B7006A9B}" type="datetimeFigureOut">
              <a:rPr lang="es-PE" smtClean="0"/>
              <a:t>31/12/2025</a:t>
            </a:fld>
            <a:endParaRPr lang="es-PE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BDD10E04-3DF5-4DB5-B9C3-7DD4A8CCB0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D9DD722C-E57B-4B50-9567-F0E27354C1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D16CE8-AC04-40D8-B5C5-9443BC3F9B2C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98524224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65BC8D3-DB9C-413A-9A36-2F225740F2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PE"/>
          </a:p>
        </p:txBody>
      </p:sp>
      <p:sp>
        <p:nvSpPr>
          <p:cNvPr id="3" name="Marcador de posición de imagen 2">
            <a:extLst>
              <a:ext uri="{FF2B5EF4-FFF2-40B4-BE49-F238E27FC236}">
                <a16:creationId xmlns:a16="http://schemas.microsoft.com/office/drawing/2014/main" id="{31405FAD-CF55-4F65-82B9-51FF1C0DD94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PE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C8B0F579-8921-4788-B1FC-7D94232BD51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F1FA3B84-3285-4E38-9676-03DB871E83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828257-E91D-49BF-9012-D6E9B7006A9B}" type="datetimeFigureOut">
              <a:rPr lang="es-PE" smtClean="0"/>
              <a:t>31/12/2025</a:t>
            </a:fld>
            <a:endParaRPr lang="es-PE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7844C8AF-6C20-48F5-B712-25C2422E2E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B4741823-F9B3-4E56-B183-B18A94EDEE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D16CE8-AC04-40D8-B5C5-9443BC3F9B2C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395843541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489B98A-1D8F-4527-B337-5CA83F2529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PE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EA69198A-3640-441B-880C-466E3A43DD2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F572E488-21B5-4049-852D-1A426A7884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828257-E91D-49BF-9012-D6E9B7006A9B}" type="datetimeFigureOut">
              <a:rPr lang="es-PE" smtClean="0"/>
              <a:t>31/12/2025</a:t>
            </a:fld>
            <a:endParaRPr lang="es-PE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8E529E13-A2C7-4787-9C3A-2768532FF1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50CF9C87-B1D9-4865-B2CD-4BE57AFBE9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D16CE8-AC04-40D8-B5C5-9443BC3F9B2C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338064364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8D488619-8067-494C-BAFA-788452F7DE1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  <a:endParaRPr lang="es-PE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384F4B41-4137-4A25-A810-1B27BEA7CE9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806070A9-A628-4B92-8C5D-579E6D9B49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828257-E91D-49BF-9012-D6E9B7006A9B}" type="datetimeFigureOut">
              <a:rPr lang="es-PE" smtClean="0"/>
              <a:t>31/12/2025</a:t>
            </a:fld>
            <a:endParaRPr lang="es-PE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1ACE22F7-0671-4446-AE44-2E06A98C8D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45E899CB-F5E4-4BA0-9868-262B32F030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D16CE8-AC04-40D8-B5C5-9443BC3F9B2C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141576034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>
            <a:extLst>
              <a:ext uri="{FF2B5EF4-FFF2-40B4-BE49-F238E27FC236}">
                <a16:creationId xmlns:a16="http://schemas.microsoft.com/office/drawing/2014/main" id="{9B7AE43B-BB8B-401A-9E4E-0D5A65FCE0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s-PE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2E2BEE6D-98EE-48A3-A202-58AE26D1FFD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6575F52D-C5BE-4565-9B8D-B4A5E93125F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A828257-E91D-49BF-9012-D6E9B7006A9B}" type="datetimeFigureOut">
              <a:rPr lang="es-PE" smtClean="0"/>
              <a:t>31/12/2025</a:t>
            </a:fld>
            <a:endParaRPr lang="es-PE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136884F8-A396-4883-8854-9C2AA5A90D1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PE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040CDE24-65F8-404E-986C-D33A3486C91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2D16CE8-AC04-40D8-B5C5-9443BC3F9B2C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210041240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P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ítulo 2">
            <a:extLst>
              <a:ext uri="{FF2B5EF4-FFF2-40B4-BE49-F238E27FC236}">
                <a16:creationId xmlns:a16="http://schemas.microsoft.com/office/drawing/2014/main" id="{9F511155-8C14-401F-800B-02981800132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38200" y="1458913"/>
            <a:ext cx="9144000" cy="1655762"/>
          </a:xfrm>
        </p:spPr>
        <p:txBody>
          <a:bodyPr/>
          <a:lstStyle/>
          <a:p>
            <a:r>
              <a:rPr lang="en-US" dirty="0"/>
              <a:t>PS C:\Users\USUARIO\Desktop&gt;  </a:t>
            </a:r>
            <a:r>
              <a:rPr lang="en-US" dirty="0" err="1"/>
              <a:t>mkdir</a:t>
            </a:r>
            <a:r>
              <a:rPr lang="en-US" dirty="0"/>
              <a:t> "Hello git"</a:t>
            </a:r>
            <a:endParaRPr lang="es-PE" dirty="0"/>
          </a:p>
        </p:txBody>
      </p:sp>
    </p:spTree>
    <p:extLst>
      <p:ext uri="{BB962C8B-B14F-4D97-AF65-F5344CB8AC3E}">
        <p14:creationId xmlns:p14="http://schemas.microsoft.com/office/powerpoint/2010/main" val="372768518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uadroTexto 5">
            <a:extLst>
              <a:ext uri="{FF2B5EF4-FFF2-40B4-BE49-F238E27FC236}">
                <a16:creationId xmlns:a16="http://schemas.microsoft.com/office/drawing/2014/main" id="{2B9419A9-0E52-4DB6-9B95-DAB080E582FA}"/>
              </a:ext>
            </a:extLst>
          </p:cNvPr>
          <p:cNvSpPr txBox="1"/>
          <p:nvPr/>
        </p:nvSpPr>
        <p:spPr>
          <a:xfrm>
            <a:off x="1695450" y="396359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PE" dirty="0"/>
              <a:t>PS C:\Users\USUARIO\Desktop\Hello </a:t>
            </a:r>
            <a:r>
              <a:rPr lang="es-PE" dirty="0" err="1"/>
              <a:t>git</a:t>
            </a:r>
            <a:r>
              <a:rPr lang="es-PE" dirty="0"/>
              <a:t>&gt; </a:t>
            </a:r>
            <a:r>
              <a:rPr lang="es-PE" dirty="0" err="1"/>
              <a:t>code</a:t>
            </a:r>
            <a:r>
              <a:rPr lang="es-PE" dirty="0"/>
              <a:t> .</a:t>
            </a:r>
          </a:p>
        </p:txBody>
      </p:sp>
      <p:pic>
        <p:nvPicPr>
          <p:cNvPr id="8" name="Imagen 7">
            <a:extLst>
              <a:ext uri="{FF2B5EF4-FFF2-40B4-BE49-F238E27FC236}">
                <a16:creationId xmlns:a16="http://schemas.microsoft.com/office/drawing/2014/main" id="{D7A64A85-F838-41C8-8ECB-CDF5EC52A64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4424" y="1407565"/>
            <a:ext cx="9591675" cy="45331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2116287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6095E8AE-F875-4AE2-9CB7-5049E888ECE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815975"/>
            <a:ext cx="10515600" cy="4351338"/>
          </a:xfrm>
        </p:spPr>
        <p:txBody>
          <a:bodyPr/>
          <a:lstStyle/>
          <a:p>
            <a:r>
              <a:rPr lang="es-ES" b="1" dirty="0"/>
              <a:t>Qué tiene que ver Git con PowerShell?</a:t>
            </a:r>
          </a:p>
          <a:p>
            <a:r>
              <a:rPr lang="es-ES" b="1" dirty="0"/>
              <a:t>Git no depende de PowerShell</a:t>
            </a:r>
            <a:r>
              <a:rPr lang="es-ES" dirty="0"/>
              <a:t>,</a:t>
            </a:r>
            <a:br>
              <a:rPr lang="es-ES" dirty="0"/>
            </a:br>
            <a:r>
              <a:rPr lang="es-ES" b="1" dirty="0"/>
              <a:t>pero PowerShell es una de las herramientas donde puedes usar Git</a:t>
            </a:r>
            <a:r>
              <a:rPr lang="es-ES" dirty="0"/>
              <a:t>.</a:t>
            </a:r>
          </a:p>
          <a:p>
            <a:r>
              <a:rPr lang="es-ES" dirty="0"/>
              <a:t>Git es un sistema de control de versiones.</a:t>
            </a:r>
            <a:br>
              <a:rPr lang="es-ES" dirty="0"/>
            </a:br>
            <a:r>
              <a:rPr lang="es-ES" dirty="0"/>
              <a:t>PowerShell es una consola donde puedes escribir comandos.</a:t>
            </a:r>
          </a:p>
          <a:p>
            <a:r>
              <a:rPr lang="es-ES" dirty="0"/>
              <a:t>Entonces:</a:t>
            </a:r>
          </a:p>
          <a:p>
            <a:r>
              <a:rPr lang="es-ES" dirty="0"/>
              <a:t>👉 </a:t>
            </a:r>
            <a:r>
              <a:rPr lang="es-ES" b="1" dirty="0"/>
              <a:t>Git necesita una terminal (CMD, PowerShell o Git </a:t>
            </a:r>
            <a:r>
              <a:rPr lang="es-ES" b="1" dirty="0" err="1"/>
              <a:t>Bash</a:t>
            </a:r>
            <a:r>
              <a:rPr lang="es-ES" b="1" dirty="0"/>
              <a:t>) para ejecutar sus comandos.</a:t>
            </a:r>
            <a:br>
              <a:rPr lang="es-ES" dirty="0"/>
            </a:br>
            <a:r>
              <a:rPr lang="es-ES" dirty="0"/>
              <a:t>Nada más.</a:t>
            </a:r>
          </a:p>
          <a:p>
            <a:endParaRPr lang="es-PE" dirty="0"/>
          </a:p>
        </p:txBody>
      </p:sp>
    </p:spTree>
    <p:extLst>
      <p:ext uri="{BB962C8B-B14F-4D97-AF65-F5344CB8AC3E}">
        <p14:creationId xmlns:p14="http://schemas.microsoft.com/office/powerpoint/2010/main" val="278081126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abla 4">
            <a:extLst>
              <a:ext uri="{FF2B5EF4-FFF2-40B4-BE49-F238E27FC236}">
                <a16:creationId xmlns:a16="http://schemas.microsoft.com/office/drawing/2014/main" id="{41692DE5-7265-4EC9-A588-5E855921DA2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34286486"/>
              </p:ext>
            </p:extLst>
          </p:nvPr>
        </p:nvGraphicFramePr>
        <p:xfrm>
          <a:off x="1209675" y="1368584"/>
          <a:ext cx="10515600" cy="2560320"/>
        </p:xfrm>
        <a:graphic>
          <a:graphicData uri="http://schemas.openxmlformats.org/drawingml/2006/table">
            <a:tbl>
              <a:tblPr/>
              <a:tblGrid>
                <a:gridCol w="3505200">
                  <a:extLst>
                    <a:ext uri="{9D8B030D-6E8A-4147-A177-3AD203B41FA5}">
                      <a16:colId xmlns:a16="http://schemas.microsoft.com/office/drawing/2014/main" val="2516379886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2539558481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1376521810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r>
                        <a:rPr lang="es-PE"/>
                        <a:t>Característica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PE"/>
                        <a:t>CMD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PE"/>
                        <a:t>PowerShell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9406075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s-PE"/>
                        <a:t>Antigüedad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PE"/>
                        <a:t>Viejo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PE"/>
                        <a:t>Moderno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749675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s-PE"/>
                        <a:t>Capacidad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PE"/>
                        <a:t>Limitada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PE"/>
                        <a:t>Muy potente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70661271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s-PE"/>
                        <a:t>Scripts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PE"/>
                        <a:t>No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PE"/>
                        <a:t>Sí (PowerShell Script)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51658939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s-PE"/>
                        <a:t>Automación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PE"/>
                        <a:t>Básica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PE"/>
                        <a:t>Avanzada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933482142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s-PE"/>
                        <a:t>Soporte para comandos de CMD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PE"/>
                        <a:t>Sí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PE"/>
                        <a:t>Sí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36457162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s-PE"/>
                        <a:t>Recomendado para desarrolladores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PE"/>
                        <a:t>❌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PE" dirty="0"/>
                        <a:t>✔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01747979"/>
                  </a:ext>
                </a:extLst>
              </a:tr>
            </a:tbl>
          </a:graphicData>
        </a:graphic>
      </p:graphicFrame>
      <p:sp>
        <p:nvSpPr>
          <p:cNvPr id="7" name="CuadroTexto 6">
            <a:extLst>
              <a:ext uri="{FF2B5EF4-FFF2-40B4-BE49-F238E27FC236}">
                <a16:creationId xmlns:a16="http://schemas.microsoft.com/office/drawing/2014/main" id="{6365742E-BBEB-442C-B67D-C216005AD7B4}"/>
              </a:ext>
            </a:extLst>
          </p:cNvPr>
          <p:cNvSpPr txBox="1"/>
          <p:nvPr/>
        </p:nvSpPr>
        <p:spPr>
          <a:xfrm>
            <a:off x="8201025" y="3928904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dirty="0"/>
              <a:t>Usa </a:t>
            </a:r>
            <a:r>
              <a:rPr lang="es-ES" b="1" dirty="0"/>
              <a:t>scripts</a:t>
            </a:r>
            <a:r>
              <a:rPr lang="es-ES" dirty="0"/>
              <a:t> mucho más avanzados.</a:t>
            </a:r>
            <a:endParaRPr lang="es-PE" dirty="0"/>
          </a:p>
        </p:txBody>
      </p:sp>
    </p:spTree>
    <p:extLst>
      <p:ext uri="{BB962C8B-B14F-4D97-AF65-F5344CB8AC3E}">
        <p14:creationId xmlns:p14="http://schemas.microsoft.com/office/powerpoint/2010/main" val="312574244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1503260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004111341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136</Words>
  <Application>Microsoft Office PowerPoint</Application>
  <PresentationFormat>Panorámica</PresentationFormat>
  <Paragraphs>29</Paragraphs>
  <Slides>6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6</vt:i4>
      </vt:variant>
    </vt:vector>
  </HeadingPairs>
  <TitlesOfParts>
    <vt:vector size="10" baseType="lpstr">
      <vt:lpstr>Arial</vt:lpstr>
      <vt:lpstr>Calibri</vt:lpstr>
      <vt:lpstr>Calibri Light</vt:lpstr>
      <vt:lpstr>Tema de Office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Gabriel Eduardo Anccana Montoya</dc:creator>
  <cp:lastModifiedBy>Gabriel Eduardo Anccana Montoya</cp:lastModifiedBy>
  <cp:revision>6</cp:revision>
  <dcterms:created xsi:type="dcterms:W3CDTF">2025-12-08T19:03:40Z</dcterms:created>
  <dcterms:modified xsi:type="dcterms:W3CDTF">2026-01-01T02:57:08Z</dcterms:modified>
</cp:coreProperties>
</file>